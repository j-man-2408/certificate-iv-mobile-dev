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1DF169-C10C-4E7C-ABD8-56B4184B7CC6}" v="64" dt="2020-07-27T11:49:13.1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91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on Clifford" userId="3ddb0382-72f5-4b7c-8389-ae9056012d52" providerId="ADAL" clId="{101DF169-C10C-4E7C-ABD8-56B4184B7CC6}"/>
    <pc:docChg chg="custSel mod addSld delSld modSld">
      <pc:chgData name="Aaron Clifford" userId="3ddb0382-72f5-4b7c-8389-ae9056012d52" providerId="ADAL" clId="{101DF169-C10C-4E7C-ABD8-56B4184B7CC6}" dt="2020-07-27T11:49:20.078" v="81" actId="122"/>
      <pc:docMkLst>
        <pc:docMk/>
      </pc:docMkLst>
      <pc:sldChg chg="addSp delSp modSp mod setBg setClrOvrMap delDesignElem">
        <pc:chgData name="Aaron Clifford" userId="3ddb0382-72f5-4b7c-8389-ae9056012d52" providerId="ADAL" clId="{101DF169-C10C-4E7C-ABD8-56B4184B7CC6}" dt="2020-07-27T11:48:18.297" v="60"/>
        <pc:sldMkLst>
          <pc:docMk/>
          <pc:sldMk cId="140984782" sldId="256"/>
        </pc:sldMkLst>
        <pc:spChg chg="mod">
          <ac:chgData name="Aaron Clifford" userId="3ddb0382-72f5-4b7c-8389-ae9056012d52" providerId="ADAL" clId="{101DF169-C10C-4E7C-ABD8-56B4184B7CC6}" dt="2020-07-27T11:46:56.320" v="0" actId="26606"/>
          <ac:spMkLst>
            <pc:docMk/>
            <pc:sldMk cId="140984782" sldId="256"/>
            <ac:spMk id="2" creationId="{3EB030AB-6E7A-4B89-BBC4-1BFFE1B82F75}"/>
          </ac:spMkLst>
        </pc:spChg>
        <pc:spChg chg="mod">
          <ac:chgData name="Aaron Clifford" userId="3ddb0382-72f5-4b7c-8389-ae9056012d52" providerId="ADAL" clId="{101DF169-C10C-4E7C-ABD8-56B4184B7CC6}" dt="2020-07-27T11:46:56.320" v="0" actId="26606"/>
          <ac:spMkLst>
            <pc:docMk/>
            <pc:sldMk cId="140984782" sldId="256"/>
            <ac:spMk id="3" creationId="{9033FABB-CE2B-48DB-A912-267E61556825}"/>
          </ac:spMkLst>
        </pc:spChg>
        <pc:spChg chg="add del">
          <ac:chgData name="Aaron Clifford" userId="3ddb0382-72f5-4b7c-8389-ae9056012d52" providerId="ADAL" clId="{101DF169-C10C-4E7C-ABD8-56B4184B7CC6}" dt="2020-07-27T11:48:18.297" v="60"/>
          <ac:spMkLst>
            <pc:docMk/>
            <pc:sldMk cId="140984782" sldId="256"/>
            <ac:spMk id="8" creationId="{2A8AA5BC-4F7A-4226-8F99-6D824B226A97}"/>
          </ac:spMkLst>
        </pc:spChg>
        <pc:spChg chg="add del">
          <ac:chgData name="Aaron Clifford" userId="3ddb0382-72f5-4b7c-8389-ae9056012d52" providerId="ADAL" clId="{101DF169-C10C-4E7C-ABD8-56B4184B7CC6}" dt="2020-07-27T11:48:18.297" v="60"/>
          <ac:spMkLst>
            <pc:docMk/>
            <pc:sldMk cId="140984782" sldId="256"/>
            <ac:spMk id="10" creationId="{3E5445C6-DD42-4979-86FF-03730E8C6DB0}"/>
          </ac:spMkLst>
        </pc:spChg>
        <pc:cxnChg chg="add del">
          <ac:chgData name="Aaron Clifford" userId="3ddb0382-72f5-4b7c-8389-ae9056012d52" providerId="ADAL" clId="{101DF169-C10C-4E7C-ABD8-56B4184B7CC6}" dt="2020-07-27T11:48:18.297" v="60"/>
          <ac:cxnSpMkLst>
            <pc:docMk/>
            <pc:sldMk cId="140984782" sldId="256"/>
            <ac:cxnSpMk id="12" creationId="{45000665-DFC7-417E-8FD7-516A0F15C975}"/>
          </ac:cxnSpMkLst>
        </pc:cxnChg>
      </pc:sldChg>
      <pc:sldChg chg="addSp delSp modSp mod setBg delDesignElem">
        <pc:chgData name="Aaron Clifford" userId="3ddb0382-72f5-4b7c-8389-ae9056012d52" providerId="ADAL" clId="{101DF169-C10C-4E7C-ABD8-56B4184B7CC6}" dt="2020-07-27T11:48:18.297" v="60"/>
        <pc:sldMkLst>
          <pc:docMk/>
          <pc:sldMk cId="2551502372" sldId="257"/>
        </pc:sldMkLst>
        <pc:spChg chg="mod">
          <ac:chgData name="Aaron Clifford" userId="3ddb0382-72f5-4b7c-8389-ae9056012d52" providerId="ADAL" clId="{101DF169-C10C-4E7C-ABD8-56B4184B7CC6}" dt="2020-07-27T11:47:00.361" v="1" actId="26606"/>
          <ac:spMkLst>
            <pc:docMk/>
            <pc:sldMk cId="2551502372" sldId="257"/>
            <ac:spMk id="2" creationId="{72A529B9-2263-4073-81F7-85E09B9C4EAE}"/>
          </ac:spMkLst>
        </pc:spChg>
        <pc:spChg chg="mod">
          <ac:chgData name="Aaron Clifford" userId="3ddb0382-72f5-4b7c-8389-ae9056012d52" providerId="ADAL" clId="{101DF169-C10C-4E7C-ABD8-56B4184B7CC6}" dt="2020-07-27T11:47:00.361" v="1" actId="26606"/>
          <ac:spMkLst>
            <pc:docMk/>
            <pc:sldMk cId="2551502372" sldId="257"/>
            <ac:spMk id="3" creationId="{2EC7FA11-ABC4-484F-B336-00EA5E42940E}"/>
          </ac:spMkLst>
        </pc:spChg>
        <pc:spChg chg="add del">
          <ac:chgData name="Aaron Clifford" userId="3ddb0382-72f5-4b7c-8389-ae9056012d52" providerId="ADAL" clId="{101DF169-C10C-4E7C-ABD8-56B4184B7CC6}" dt="2020-07-27T11:48:18.297" v="60"/>
          <ac:spMkLst>
            <pc:docMk/>
            <pc:sldMk cId="2551502372" sldId="257"/>
            <ac:spMk id="8" creationId="{F98ED85F-DCEE-4B50-802E-71A6E3E12B04}"/>
          </ac:spMkLst>
        </pc:spChg>
        <pc:cxnChg chg="add del">
          <ac:chgData name="Aaron Clifford" userId="3ddb0382-72f5-4b7c-8389-ae9056012d52" providerId="ADAL" clId="{101DF169-C10C-4E7C-ABD8-56B4184B7CC6}" dt="2020-07-27T11:48:18.297" v="60"/>
          <ac:cxnSpMkLst>
            <pc:docMk/>
            <pc:sldMk cId="2551502372" sldId="257"/>
            <ac:cxnSpMk id="10" creationId="{E8E35B83-1EC3-4F87-9D54-D863463351B9}"/>
          </ac:cxnSpMkLst>
        </pc:cxnChg>
      </pc:sldChg>
      <pc:sldChg chg="addSp delSp modSp mod setBg delDesignElem">
        <pc:chgData name="Aaron Clifford" userId="3ddb0382-72f5-4b7c-8389-ae9056012d52" providerId="ADAL" clId="{101DF169-C10C-4E7C-ABD8-56B4184B7CC6}" dt="2020-07-27T11:48:18.297" v="60"/>
        <pc:sldMkLst>
          <pc:docMk/>
          <pc:sldMk cId="2669520585" sldId="258"/>
        </pc:sldMkLst>
        <pc:spChg chg="mod">
          <ac:chgData name="Aaron Clifford" userId="3ddb0382-72f5-4b7c-8389-ae9056012d52" providerId="ADAL" clId="{101DF169-C10C-4E7C-ABD8-56B4184B7CC6}" dt="2020-07-27T11:47:02.901" v="2" actId="26606"/>
          <ac:spMkLst>
            <pc:docMk/>
            <pc:sldMk cId="2669520585" sldId="258"/>
            <ac:spMk id="2" creationId="{83D54947-5C77-4E5E-ABDD-F029E97D0214}"/>
          </ac:spMkLst>
        </pc:spChg>
        <pc:spChg chg="mod">
          <ac:chgData name="Aaron Clifford" userId="3ddb0382-72f5-4b7c-8389-ae9056012d52" providerId="ADAL" clId="{101DF169-C10C-4E7C-ABD8-56B4184B7CC6}" dt="2020-07-27T11:47:02.901" v="2" actId="26606"/>
          <ac:spMkLst>
            <pc:docMk/>
            <pc:sldMk cId="2669520585" sldId="258"/>
            <ac:spMk id="3" creationId="{EF9C503A-03B5-48DB-9704-C5E06016CB85}"/>
          </ac:spMkLst>
        </pc:spChg>
        <pc:spChg chg="add del">
          <ac:chgData name="Aaron Clifford" userId="3ddb0382-72f5-4b7c-8389-ae9056012d52" providerId="ADAL" clId="{101DF169-C10C-4E7C-ABD8-56B4184B7CC6}" dt="2020-07-27T11:48:18.297" v="60"/>
          <ac:spMkLst>
            <pc:docMk/>
            <pc:sldMk cId="2669520585" sldId="258"/>
            <ac:spMk id="8" creationId="{F98ED85F-DCEE-4B50-802E-71A6E3E12B04}"/>
          </ac:spMkLst>
        </pc:spChg>
        <pc:cxnChg chg="add del">
          <ac:chgData name="Aaron Clifford" userId="3ddb0382-72f5-4b7c-8389-ae9056012d52" providerId="ADAL" clId="{101DF169-C10C-4E7C-ABD8-56B4184B7CC6}" dt="2020-07-27T11:48:18.297" v="60"/>
          <ac:cxnSpMkLst>
            <pc:docMk/>
            <pc:sldMk cId="2669520585" sldId="258"/>
            <ac:cxnSpMk id="10" creationId="{E8E35B83-1EC3-4F87-9D54-D863463351B9}"/>
          </ac:cxnSpMkLst>
        </pc:cxnChg>
      </pc:sldChg>
      <pc:sldChg chg="addSp delSp modSp mod setBg delDesignElem">
        <pc:chgData name="Aaron Clifford" userId="3ddb0382-72f5-4b7c-8389-ae9056012d52" providerId="ADAL" clId="{101DF169-C10C-4E7C-ABD8-56B4184B7CC6}" dt="2020-07-27T11:48:18.297" v="60"/>
        <pc:sldMkLst>
          <pc:docMk/>
          <pc:sldMk cId="4208401952" sldId="259"/>
        </pc:sldMkLst>
        <pc:spChg chg="mod">
          <ac:chgData name="Aaron Clifford" userId="3ddb0382-72f5-4b7c-8389-ae9056012d52" providerId="ADAL" clId="{101DF169-C10C-4E7C-ABD8-56B4184B7CC6}" dt="2020-07-27T11:47:04.768" v="3" actId="26606"/>
          <ac:spMkLst>
            <pc:docMk/>
            <pc:sldMk cId="4208401952" sldId="259"/>
            <ac:spMk id="2" creationId="{9E94D192-EC0F-4F48-B442-D06DA8C16C12}"/>
          </ac:spMkLst>
        </pc:spChg>
        <pc:spChg chg="mod">
          <ac:chgData name="Aaron Clifford" userId="3ddb0382-72f5-4b7c-8389-ae9056012d52" providerId="ADAL" clId="{101DF169-C10C-4E7C-ABD8-56B4184B7CC6}" dt="2020-07-27T11:47:04.768" v="3" actId="26606"/>
          <ac:spMkLst>
            <pc:docMk/>
            <pc:sldMk cId="4208401952" sldId="259"/>
            <ac:spMk id="3" creationId="{F0E79E63-2D8E-4DD8-8BE5-10CAB22F97CC}"/>
          </ac:spMkLst>
        </pc:spChg>
        <pc:spChg chg="add del">
          <ac:chgData name="Aaron Clifford" userId="3ddb0382-72f5-4b7c-8389-ae9056012d52" providerId="ADAL" clId="{101DF169-C10C-4E7C-ABD8-56B4184B7CC6}" dt="2020-07-27T11:48:18.297" v="60"/>
          <ac:spMkLst>
            <pc:docMk/>
            <pc:sldMk cId="4208401952" sldId="259"/>
            <ac:spMk id="8" creationId="{F98ED85F-DCEE-4B50-802E-71A6E3E12B04}"/>
          </ac:spMkLst>
        </pc:spChg>
        <pc:cxnChg chg="add del">
          <ac:chgData name="Aaron Clifford" userId="3ddb0382-72f5-4b7c-8389-ae9056012d52" providerId="ADAL" clId="{101DF169-C10C-4E7C-ABD8-56B4184B7CC6}" dt="2020-07-27T11:48:18.297" v="60"/>
          <ac:cxnSpMkLst>
            <pc:docMk/>
            <pc:sldMk cId="4208401952" sldId="259"/>
            <ac:cxnSpMk id="10" creationId="{E8E35B83-1EC3-4F87-9D54-D863463351B9}"/>
          </ac:cxnSpMkLst>
        </pc:cxnChg>
      </pc:sldChg>
      <pc:sldChg chg="addSp delSp modSp mod setBg delDesignElem">
        <pc:chgData name="Aaron Clifford" userId="3ddb0382-72f5-4b7c-8389-ae9056012d52" providerId="ADAL" clId="{101DF169-C10C-4E7C-ABD8-56B4184B7CC6}" dt="2020-07-27T11:48:18.297" v="60"/>
        <pc:sldMkLst>
          <pc:docMk/>
          <pc:sldMk cId="937515921" sldId="260"/>
        </pc:sldMkLst>
        <pc:spChg chg="mod">
          <ac:chgData name="Aaron Clifford" userId="3ddb0382-72f5-4b7c-8389-ae9056012d52" providerId="ADAL" clId="{101DF169-C10C-4E7C-ABD8-56B4184B7CC6}" dt="2020-07-27T11:47:07.749" v="4" actId="26606"/>
          <ac:spMkLst>
            <pc:docMk/>
            <pc:sldMk cId="937515921" sldId="260"/>
            <ac:spMk id="2" creationId="{F70A0601-8ACE-4F12-8165-7DB98787D014}"/>
          </ac:spMkLst>
        </pc:spChg>
        <pc:spChg chg="mod">
          <ac:chgData name="Aaron Clifford" userId="3ddb0382-72f5-4b7c-8389-ae9056012d52" providerId="ADAL" clId="{101DF169-C10C-4E7C-ABD8-56B4184B7CC6}" dt="2020-07-27T11:47:07.749" v="4" actId="26606"/>
          <ac:spMkLst>
            <pc:docMk/>
            <pc:sldMk cId="937515921" sldId="260"/>
            <ac:spMk id="3" creationId="{FEF29DF6-D6D3-4B8E-8B34-6C7ED5609E4C}"/>
          </ac:spMkLst>
        </pc:spChg>
        <pc:spChg chg="add del">
          <ac:chgData name="Aaron Clifford" userId="3ddb0382-72f5-4b7c-8389-ae9056012d52" providerId="ADAL" clId="{101DF169-C10C-4E7C-ABD8-56B4184B7CC6}" dt="2020-07-27T11:48:18.297" v="60"/>
          <ac:spMkLst>
            <pc:docMk/>
            <pc:sldMk cId="937515921" sldId="260"/>
            <ac:spMk id="8" creationId="{F98ED85F-DCEE-4B50-802E-71A6E3E12B04}"/>
          </ac:spMkLst>
        </pc:spChg>
        <pc:cxnChg chg="add del">
          <ac:chgData name="Aaron Clifford" userId="3ddb0382-72f5-4b7c-8389-ae9056012d52" providerId="ADAL" clId="{101DF169-C10C-4E7C-ABD8-56B4184B7CC6}" dt="2020-07-27T11:48:18.297" v="60"/>
          <ac:cxnSpMkLst>
            <pc:docMk/>
            <pc:sldMk cId="937515921" sldId="260"/>
            <ac:cxnSpMk id="10" creationId="{E8E35B83-1EC3-4F87-9D54-D863463351B9}"/>
          </ac:cxnSpMkLst>
        </pc:cxnChg>
      </pc:sldChg>
      <pc:sldChg chg="addSp delSp modSp add setBg">
        <pc:chgData name="Aaron Clifford" userId="3ddb0382-72f5-4b7c-8389-ae9056012d52" providerId="ADAL" clId="{101DF169-C10C-4E7C-ABD8-56B4184B7CC6}" dt="2020-07-27T11:49:20.078" v="81" actId="122"/>
        <pc:sldMkLst>
          <pc:docMk/>
          <pc:sldMk cId="172395230" sldId="261"/>
        </pc:sldMkLst>
        <pc:spChg chg="del">
          <ac:chgData name="Aaron Clifford" userId="3ddb0382-72f5-4b7c-8389-ae9056012d52" providerId="ADAL" clId="{101DF169-C10C-4E7C-ABD8-56B4184B7CC6}" dt="2020-07-27T11:49:09.030" v="79" actId="478"/>
          <ac:spMkLst>
            <pc:docMk/>
            <pc:sldMk cId="172395230" sldId="261"/>
            <ac:spMk id="2" creationId="{099A358A-E901-4509-AC01-FA4139D9835B}"/>
          </ac:spMkLst>
        </pc:spChg>
        <pc:spChg chg="del">
          <ac:chgData name="Aaron Clifford" userId="3ddb0382-72f5-4b7c-8389-ae9056012d52" providerId="ADAL" clId="{101DF169-C10C-4E7C-ABD8-56B4184B7CC6}" dt="2020-07-27T11:49:07.164" v="78" actId="478"/>
          <ac:spMkLst>
            <pc:docMk/>
            <pc:sldMk cId="172395230" sldId="261"/>
            <ac:spMk id="3" creationId="{AB02855B-C701-45FB-B4AB-593A3A330ABA}"/>
          </ac:spMkLst>
        </pc:spChg>
        <pc:spChg chg="add mod">
          <ac:chgData name="Aaron Clifford" userId="3ddb0382-72f5-4b7c-8389-ae9056012d52" providerId="ADAL" clId="{101DF169-C10C-4E7C-ABD8-56B4184B7CC6}" dt="2020-07-27T11:49:20.078" v="81" actId="122"/>
          <ac:spMkLst>
            <pc:docMk/>
            <pc:sldMk cId="172395230" sldId="261"/>
            <ac:spMk id="4" creationId="{BBFB2E9F-CDEC-4AB9-8248-478602ED2342}"/>
          </ac:spMkLst>
        </pc:spChg>
        <pc:picChg chg="add">
          <ac:chgData name="Aaron Clifford" userId="3ddb0382-72f5-4b7c-8389-ae9056012d52" providerId="ADAL" clId="{101DF169-C10C-4E7C-ABD8-56B4184B7CC6}" dt="2020-07-27T11:49:03.371" v="77"/>
          <ac:picMkLst>
            <pc:docMk/>
            <pc:sldMk cId="172395230" sldId="261"/>
            <ac:picMk id="5" creationId="{284746E7-C138-4215-B3A2-9CB5C732D950}"/>
          </ac:picMkLst>
        </pc:picChg>
      </pc:sldChg>
      <pc:sldChg chg="addSp delSp modSp del mod setBg delDesignElem">
        <pc:chgData name="Aaron Clifford" userId="3ddb0382-72f5-4b7c-8389-ae9056012d52" providerId="ADAL" clId="{101DF169-C10C-4E7C-ABD8-56B4184B7CC6}" dt="2020-07-27T11:49:00.248" v="75" actId="2696"/>
        <pc:sldMkLst>
          <pc:docMk/>
          <pc:sldMk cId="2000554259" sldId="261"/>
        </pc:sldMkLst>
        <pc:spChg chg="mod">
          <ac:chgData name="Aaron Clifford" userId="3ddb0382-72f5-4b7c-8389-ae9056012d52" providerId="ADAL" clId="{101DF169-C10C-4E7C-ABD8-56B4184B7CC6}" dt="2020-07-27T11:47:50.697" v="10" actId="26606"/>
          <ac:spMkLst>
            <pc:docMk/>
            <pc:sldMk cId="2000554259" sldId="261"/>
            <ac:spMk id="2" creationId="{DEF6DE03-2B74-4208-9EEA-59628300242B}"/>
          </ac:spMkLst>
        </pc:spChg>
        <pc:spChg chg="add del mod">
          <ac:chgData name="Aaron Clifford" userId="3ddb0382-72f5-4b7c-8389-ae9056012d52" providerId="ADAL" clId="{101DF169-C10C-4E7C-ABD8-56B4184B7CC6}" dt="2020-07-27T11:47:40.439" v="9"/>
          <ac:spMkLst>
            <pc:docMk/>
            <pc:sldMk cId="2000554259" sldId="261"/>
            <ac:spMk id="6" creationId="{71AE762B-4BD0-4D0D-B1D7-8379B9FA31F1}"/>
          </ac:spMkLst>
        </pc:spChg>
        <pc:spChg chg="add del mod">
          <ac:chgData name="Aaron Clifford" userId="3ddb0382-72f5-4b7c-8389-ae9056012d52" providerId="ADAL" clId="{101DF169-C10C-4E7C-ABD8-56B4184B7CC6}" dt="2020-07-27T11:47:40.439" v="9"/>
          <ac:spMkLst>
            <pc:docMk/>
            <pc:sldMk cId="2000554259" sldId="261"/>
            <ac:spMk id="7" creationId="{DBE53754-E185-4499-9851-5E1F724BAD02}"/>
          </ac:spMkLst>
        </pc:spChg>
        <pc:spChg chg="add del">
          <ac:chgData name="Aaron Clifford" userId="3ddb0382-72f5-4b7c-8389-ae9056012d52" providerId="ADAL" clId="{101DF169-C10C-4E7C-ABD8-56B4184B7CC6}" dt="2020-07-27T11:48:18.297" v="60"/>
          <ac:spMkLst>
            <pc:docMk/>
            <pc:sldMk cId="2000554259" sldId="261"/>
            <ac:spMk id="8" creationId="{16C5FA50-8D52-4617-AF91-5C7B1C8352F1}"/>
          </ac:spMkLst>
        </pc:spChg>
        <pc:spChg chg="add del">
          <ac:chgData name="Aaron Clifford" userId="3ddb0382-72f5-4b7c-8389-ae9056012d52" providerId="ADAL" clId="{101DF169-C10C-4E7C-ABD8-56B4184B7CC6}" dt="2020-07-27T11:48:18.297" v="60"/>
          <ac:spMkLst>
            <pc:docMk/>
            <pc:sldMk cId="2000554259" sldId="261"/>
            <ac:spMk id="9" creationId="{E223798C-12AD-4B0C-A50C-D676347D67CF}"/>
          </ac:spMkLst>
        </pc:spChg>
        <pc:spChg chg="add del">
          <ac:chgData name="Aaron Clifford" userId="3ddb0382-72f5-4b7c-8389-ae9056012d52" providerId="ADAL" clId="{101DF169-C10C-4E7C-ABD8-56B4184B7CC6}" dt="2020-07-27T11:47:40.439" v="9"/>
          <ac:spMkLst>
            <pc:docMk/>
            <pc:sldMk cId="2000554259" sldId="261"/>
            <ac:spMk id="10" creationId="{16C5FA50-8D52-4617-AF91-5C7B1C8352F1}"/>
          </ac:spMkLst>
        </pc:spChg>
        <pc:spChg chg="add del">
          <ac:chgData name="Aaron Clifford" userId="3ddb0382-72f5-4b7c-8389-ae9056012d52" providerId="ADAL" clId="{101DF169-C10C-4E7C-ABD8-56B4184B7CC6}" dt="2020-07-27T11:47:40.439" v="9"/>
          <ac:spMkLst>
            <pc:docMk/>
            <pc:sldMk cId="2000554259" sldId="261"/>
            <ac:spMk id="12" creationId="{E223798C-12AD-4B0C-A50C-D676347D67CF}"/>
          </ac:spMkLst>
        </pc:spChg>
        <pc:picChg chg="mod">
          <ac:chgData name="Aaron Clifford" userId="3ddb0382-72f5-4b7c-8389-ae9056012d52" providerId="ADAL" clId="{101DF169-C10C-4E7C-ABD8-56B4184B7CC6}" dt="2020-07-27T11:47:50.697" v="10" actId="26606"/>
          <ac:picMkLst>
            <pc:docMk/>
            <pc:sldMk cId="2000554259" sldId="261"/>
            <ac:picMk id="5" creationId="{F56B17C5-995F-45E3-AC87-185C0BDF223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A5E74-B224-459D-847C-EC3B11A62F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03896F-A1BA-490A-A574-5383345B9D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6616D-5756-4E5C-9308-559B614C9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D5132-2945-4AB7-8350-7EC676EAA1A3}" type="datetimeFigureOut">
              <a:rPr lang="en-AU" smtClean="0"/>
              <a:t>25/07/2023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1FE10-B50E-402E-BA91-DAA9D314DB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D6F01-7D94-4CE3-8985-5852610F3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4B664-80F2-47C8-8D15-8FE04E76B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35441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ADD10-4234-4AAD-8F61-B2DAE328C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0963A5-B849-4E06-BD24-96CF3D10E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343C04-C51F-421D-A6D9-14DA4A53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D5132-2945-4AB7-8350-7EC676EAA1A3}" type="datetimeFigureOut">
              <a:rPr lang="en-AU" smtClean="0"/>
              <a:t>25/07/2023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D8427-C76B-4F87-BB50-6E5E64945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59F85-EEDD-491E-B5CF-DAED2A1B4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4B664-80F2-47C8-8D15-8FE04E76B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21275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1C3AE-876A-426D-BFF7-B60824DA5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320BBF-1613-45E7-A05A-0A7EED475F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6EC59E-BDB7-4F53-8AA7-62AE49D5C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D5132-2945-4AB7-8350-7EC676EAA1A3}" type="datetimeFigureOut">
              <a:rPr lang="en-AU" smtClean="0"/>
              <a:t>25/07/2023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039EC-E9C5-49B2-B2AC-FCD77FDC7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63369-068D-48E3-8757-159E45619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4B664-80F2-47C8-8D15-8FE04E76B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2162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80FEF-9054-4DD6-9B2F-F90AC1754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364BE-7A98-4A7F-B941-2CADCA86D3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9D9B2C-26A5-4F57-8878-06ED0670B2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FCA341-64E8-4EB3-BEDC-F09CC5957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D5132-2945-4AB7-8350-7EC676EAA1A3}" type="datetimeFigureOut">
              <a:rPr lang="en-AU" smtClean="0"/>
              <a:t>25/07/2023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F3AE1C-FD86-407F-946D-E91E46467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1D6220-6022-49A6-A9C0-8C114E91C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4B664-80F2-47C8-8D15-8FE04E76B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2461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12A05-9B8E-4059-92C9-BF48ADBE9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4F9EA2-0232-41D6-A497-5701A4C26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050369-0455-4294-8D85-206B941FC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566A1C-3E95-4DD6-8426-F8EDBCE08E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76FB04-366F-4411-A096-ED2512C665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EA3C66-DB1B-4EF0-86D4-4B146CCF9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D5132-2945-4AB7-8350-7EC676EAA1A3}" type="datetimeFigureOut">
              <a:rPr lang="en-AU" smtClean="0"/>
              <a:t>25/07/2023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D9A44F-BF8A-451A-847A-8422621CB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84D8CD-61E2-4227-9342-249CF6689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4B664-80F2-47C8-8D15-8FE04E76B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96153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AA61E-65E5-4C87-8C27-D54BC3C3D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EC17F7-90AF-4992-804B-F94AFEA24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D5132-2945-4AB7-8350-7EC676EAA1A3}" type="datetimeFigureOut">
              <a:rPr lang="en-AU" smtClean="0"/>
              <a:t>25/07/2023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88ACBB-BC4B-401A-A779-541156E94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234A50-380C-4B5B-BFDF-10D7EEDE8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4B664-80F2-47C8-8D15-8FE04E76B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70493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556C6F-3992-4039-B124-E0FDF317C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D5132-2945-4AB7-8350-7EC676EAA1A3}" type="datetimeFigureOut">
              <a:rPr lang="en-AU" smtClean="0"/>
              <a:t>25/07/2023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5D891B-70DD-46B2-B5D5-C5766AD0B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3B267B-D7B5-4843-9E2C-1732B36B2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4B664-80F2-47C8-8D15-8FE04E76B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271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63271-AD0C-4D03-B1FA-42C48DFFE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30676B-6BD0-413F-B4BB-F3417B5063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E11FB1-1FE0-454E-B251-BF7CB07CC2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22CED4-395D-498F-B8F3-C959C0D40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D5132-2945-4AB7-8350-7EC676EAA1A3}" type="datetimeFigureOut">
              <a:rPr lang="en-AU" smtClean="0"/>
              <a:t>25/07/2023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6BB5C0-92A9-49BA-A5D8-7ACC1BA4C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59218-41B2-45BF-87D8-B6D07C752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4B664-80F2-47C8-8D15-8FE04E76B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78890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AF0B6-D1D4-4179-858D-A0DB46D2B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735EE9-A7AB-402D-A25C-A7A3CA5843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483AF0-AA35-4952-8BFD-930738B80E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624741-D403-497F-8912-5540AFCFC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D5132-2945-4AB7-8350-7EC676EAA1A3}" type="datetimeFigureOut">
              <a:rPr lang="en-AU" smtClean="0"/>
              <a:t>25/07/2023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283FC5-C97C-41F3-9EA6-8B59DA09E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6914B9-BBB9-4707-9994-3B06C97C5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4B664-80F2-47C8-8D15-8FE04E76B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0268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858E7-A778-4121-BBA4-6B9B46594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ABF1FA-4BCA-4DDA-822C-43EFD66CA6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92498-2457-48D1-BCAF-8BE6C668F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D5132-2945-4AB7-8350-7EC676EAA1A3}" type="datetimeFigureOut">
              <a:rPr lang="en-AU" smtClean="0"/>
              <a:t>25/07/2023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AF6119-3647-44E7-A375-638FA8354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B1FCD-5AD0-43D1-A6A7-76847513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4B664-80F2-47C8-8D15-8FE04E76B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4739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09458A-2E82-4BC1-AF91-BED6A50A25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32D0E8-DB79-4345-88B9-5DC1EE2EDA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FB2FCB-DFB6-4AC5-A629-42DF1B185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D5132-2945-4AB7-8350-7EC676EAA1A3}" type="datetimeFigureOut">
              <a:rPr lang="en-AU" smtClean="0"/>
              <a:t>25/07/2023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306CC-AAD2-431D-AFF7-59AED47CB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AC088-4B6B-4A7A-987C-0ECC3F50C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4B664-80F2-47C8-8D15-8FE04E76B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28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1D6248-FAAE-4A7D-B2FF-27A6F6528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2F14C5-EB0F-4B4F-A62E-FFDBE9BA9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F8C26F-2683-4F3B-B4BF-CA5988F993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BD5132-2945-4AB7-8350-7EC676EAA1A3}" type="datetimeFigureOut">
              <a:rPr lang="en-AU" smtClean="0"/>
              <a:t>25/07/2023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ABD4A7-15CA-4D37-9516-B78AB757DC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82912-E74A-4FCB-95C0-F7C981FA99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64B664-80F2-47C8-8D15-8FE04E76B6C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8134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A8AA5BC-4F7A-4226-8F99-6D824B226A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5445C6-DD42-4979-86FF-03730E8C6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734" y="321733"/>
            <a:ext cx="11573488" cy="6214534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127000" cap="sq" cmpd="thinThick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B030AB-6E7A-4B89-BBC4-1BFFE1B82F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840037"/>
          </a:xfrm>
        </p:spPr>
        <p:txBody>
          <a:bodyPr>
            <a:normAutofit/>
          </a:bodyPr>
          <a:lstStyle/>
          <a:p>
            <a:r>
              <a:rPr lang="en-AU" sz="5800"/>
              <a:t>Mobile Applications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33FABB-CE2B-48DB-A912-267E615568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56436"/>
            <a:ext cx="9144000" cy="1600818"/>
          </a:xfrm>
        </p:spPr>
        <p:txBody>
          <a:bodyPr>
            <a:normAutofit/>
          </a:bodyPr>
          <a:lstStyle/>
          <a:p>
            <a:r>
              <a:rPr lang="en-AU">
                <a:solidFill>
                  <a:schemeClr val="accent1">
                    <a:lumMod val="60000"/>
                    <a:lumOff val="40000"/>
                  </a:schemeClr>
                </a:solidFill>
              </a:rPr>
              <a:t>Research and discussions on mobile applications development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000665-DFC7-417E-8FD7-516A0F15C9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4400" y="4109417"/>
            <a:ext cx="2743200" cy="0"/>
          </a:xfrm>
          <a:prstGeom prst="line">
            <a:avLst/>
          </a:prstGeom>
          <a:ln w="12700">
            <a:solidFill>
              <a:schemeClr val="tx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9847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8ED85F-DCEE-4B50-802E-71A6E3E12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A529B9-2263-4073-81F7-85E09B9C4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1825"/>
            <a:ext cx="10515600" cy="1325563"/>
          </a:xfrm>
        </p:spPr>
        <p:txBody>
          <a:bodyPr>
            <a:normAutofit/>
          </a:bodyPr>
          <a:lstStyle/>
          <a:p>
            <a:r>
              <a:rPr lang="en-AU">
                <a:solidFill>
                  <a:schemeClr val="bg1"/>
                </a:solidFill>
              </a:rPr>
              <a:t>Hardware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8E35B83-1EC3-4F87-9D54-D86346335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7636" y="1957388"/>
            <a:ext cx="1039672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7FA11-ABC4-484F-B336-00EA5E4294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9173"/>
            <a:ext cx="10515600" cy="3659988"/>
          </a:xfrm>
        </p:spPr>
        <p:txBody>
          <a:bodyPr>
            <a:normAutofit/>
          </a:bodyPr>
          <a:lstStyle/>
          <a:p>
            <a:r>
              <a:rPr lang="en-AU" sz="2400">
                <a:solidFill>
                  <a:schemeClr val="bg1"/>
                </a:solidFill>
              </a:rPr>
              <a:t>What kind of devices (Hardware) exist currently?</a:t>
            </a:r>
          </a:p>
          <a:p>
            <a:r>
              <a:rPr lang="en-AU" sz="2400">
                <a:solidFill>
                  <a:schemeClr val="bg1"/>
                </a:solidFill>
              </a:rPr>
              <a:t>What is a mobile device?</a:t>
            </a:r>
          </a:p>
          <a:p>
            <a:r>
              <a:rPr lang="en-AU" sz="2400">
                <a:solidFill>
                  <a:schemeClr val="bg1"/>
                </a:solidFill>
              </a:rPr>
              <a:t>Does it matter geographically?</a:t>
            </a:r>
          </a:p>
          <a:p>
            <a:r>
              <a:rPr lang="en-AU" sz="2400">
                <a:solidFill>
                  <a:schemeClr val="bg1"/>
                </a:solidFill>
              </a:rPr>
              <a:t>Research: Find an obscure or uncommon mobile device manufacturer?</a:t>
            </a:r>
          </a:p>
          <a:p>
            <a:r>
              <a:rPr lang="en-AU" sz="2400">
                <a:solidFill>
                  <a:schemeClr val="bg1"/>
                </a:solidFill>
              </a:rPr>
              <a:t>What are the common features that define a mobile device?</a:t>
            </a:r>
          </a:p>
        </p:txBody>
      </p:sp>
    </p:spTree>
    <p:extLst>
      <p:ext uri="{BB962C8B-B14F-4D97-AF65-F5344CB8AC3E}">
        <p14:creationId xmlns:p14="http://schemas.microsoft.com/office/powerpoint/2010/main" val="2551502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8ED85F-DCEE-4B50-802E-71A6E3E12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D54947-5C77-4E5E-ABDD-F029E97D0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1825"/>
            <a:ext cx="10515600" cy="1325563"/>
          </a:xfrm>
        </p:spPr>
        <p:txBody>
          <a:bodyPr>
            <a:normAutofit/>
          </a:bodyPr>
          <a:lstStyle/>
          <a:p>
            <a:r>
              <a:rPr lang="en-AU">
                <a:solidFill>
                  <a:schemeClr val="bg1"/>
                </a:solidFill>
              </a:rPr>
              <a:t>Software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8E35B83-1EC3-4F87-9D54-D86346335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7636" y="1957388"/>
            <a:ext cx="1039672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C503A-03B5-48DB-9704-C5E06016C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9173"/>
            <a:ext cx="10515600" cy="3659988"/>
          </a:xfrm>
        </p:spPr>
        <p:txBody>
          <a:bodyPr>
            <a:normAutofit/>
          </a:bodyPr>
          <a:lstStyle/>
          <a:p>
            <a:r>
              <a:rPr lang="en-AU" sz="2400">
                <a:solidFill>
                  <a:schemeClr val="bg1"/>
                </a:solidFill>
              </a:rPr>
              <a:t>We all know the common device OS’</a:t>
            </a:r>
          </a:p>
          <a:p>
            <a:r>
              <a:rPr lang="en-AU" sz="2400">
                <a:solidFill>
                  <a:schemeClr val="bg1"/>
                </a:solidFill>
              </a:rPr>
              <a:t>How many versions of android exist customised by manufacturers?</a:t>
            </a:r>
          </a:p>
          <a:p>
            <a:r>
              <a:rPr lang="en-AU" sz="2400">
                <a:solidFill>
                  <a:schemeClr val="bg1"/>
                </a:solidFill>
              </a:rPr>
              <a:t>Alternative OS available</a:t>
            </a:r>
          </a:p>
          <a:p>
            <a:r>
              <a:rPr lang="en-AU" sz="2400">
                <a:solidFill>
                  <a:schemeClr val="bg1"/>
                </a:solidFill>
              </a:rPr>
              <a:t>How do we use our mobile devices?</a:t>
            </a:r>
          </a:p>
          <a:p>
            <a:r>
              <a:rPr lang="en-AU" sz="2400">
                <a:solidFill>
                  <a:schemeClr val="bg1"/>
                </a:solidFill>
              </a:rPr>
              <a:t>What kind of apps are used most commonly, what style of app are they? (Social, productivity, information, games etc)</a:t>
            </a:r>
          </a:p>
        </p:txBody>
      </p:sp>
    </p:spTree>
    <p:extLst>
      <p:ext uri="{BB962C8B-B14F-4D97-AF65-F5344CB8AC3E}">
        <p14:creationId xmlns:p14="http://schemas.microsoft.com/office/powerpoint/2010/main" val="2669520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8ED85F-DCEE-4B50-802E-71A6E3E12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94D192-EC0F-4F48-B442-D06DA8C16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1825"/>
            <a:ext cx="10515600" cy="1325563"/>
          </a:xfrm>
        </p:spPr>
        <p:txBody>
          <a:bodyPr>
            <a:normAutofit/>
          </a:bodyPr>
          <a:lstStyle/>
          <a:p>
            <a:r>
              <a:rPr lang="en-AU">
                <a:solidFill>
                  <a:schemeClr val="bg1"/>
                </a:solidFill>
              </a:rPr>
              <a:t>Mobile Development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8E35B83-1EC3-4F87-9D54-D86346335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7636" y="1957388"/>
            <a:ext cx="1039672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79E63-2D8E-4DD8-8BE5-10CAB22F9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9173"/>
            <a:ext cx="10515600" cy="3659988"/>
          </a:xfrm>
        </p:spPr>
        <p:txBody>
          <a:bodyPr>
            <a:normAutofit/>
          </a:bodyPr>
          <a:lstStyle/>
          <a:p>
            <a:r>
              <a:rPr lang="en-AU" sz="2400">
                <a:solidFill>
                  <a:schemeClr val="bg1"/>
                </a:solidFill>
              </a:rPr>
              <a:t>Languages:</a:t>
            </a:r>
          </a:p>
          <a:p>
            <a:r>
              <a:rPr lang="en-AU" sz="2400">
                <a:solidFill>
                  <a:schemeClr val="bg1"/>
                </a:solidFill>
              </a:rPr>
              <a:t>What languages are available to develop on? </a:t>
            </a:r>
          </a:p>
          <a:p>
            <a:r>
              <a:rPr lang="en-AU" sz="2400">
                <a:solidFill>
                  <a:schemeClr val="bg1"/>
                </a:solidFill>
              </a:rPr>
              <a:t>iOS / Android – What are the native/recommended Languages for development?</a:t>
            </a:r>
          </a:p>
          <a:p>
            <a:r>
              <a:rPr lang="en-AU" sz="2400">
                <a:solidFill>
                  <a:schemeClr val="bg1"/>
                </a:solidFill>
              </a:rPr>
              <a:t>Alternatives? – How do we develop an app in those languages?</a:t>
            </a:r>
          </a:p>
          <a:p>
            <a:r>
              <a:rPr lang="en-AU" sz="2400">
                <a:solidFill>
                  <a:schemeClr val="bg1"/>
                </a:solidFill>
              </a:rPr>
              <a:t>Frameworks!</a:t>
            </a:r>
          </a:p>
          <a:p>
            <a:r>
              <a:rPr lang="en-AU" sz="2400">
                <a:solidFill>
                  <a:schemeClr val="bg1"/>
                </a:solidFill>
              </a:rPr>
              <a:t>Cross platform development</a:t>
            </a:r>
          </a:p>
        </p:txBody>
      </p:sp>
    </p:spTree>
    <p:extLst>
      <p:ext uri="{BB962C8B-B14F-4D97-AF65-F5344CB8AC3E}">
        <p14:creationId xmlns:p14="http://schemas.microsoft.com/office/powerpoint/2010/main" val="4208401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98ED85F-DCEE-4B50-802E-71A6E3E12B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21564" y="320040"/>
            <a:ext cx="11548872" cy="62179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0A0601-8ACE-4F12-8165-7DB98787D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31825"/>
            <a:ext cx="10515600" cy="1325563"/>
          </a:xfrm>
        </p:spPr>
        <p:txBody>
          <a:bodyPr>
            <a:normAutofit/>
          </a:bodyPr>
          <a:lstStyle/>
          <a:p>
            <a:r>
              <a:rPr lang="en-AU">
                <a:solidFill>
                  <a:schemeClr val="bg1"/>
                </a:solidFill>
              </a:rPr>
              <a:t>What is Cross Platform Development?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8E35B83-1EC3-4F87-9D54-D86346335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97636" y="1957388"/>
            <a:ext cx="10396728" cy="0"/>
          </a:xfrm>
          <a:prstGeom prst="line">
            <a:avLst/>
          </a:prstGeom>
          <a:ln w="222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29DF6-D6D3-4B8E-8B34-6C7ED5609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9173"/>
            <a:ext cx="10515600" cy="3659988"/>
          </a:xfrm>
        </p:spPr>
        <p:txBody>
          <a:bodyPr>
            <a:normAutofit/>
          </a:bodyPr>
          <a:lstStyle/>
          <a:p>
            <a:r>
              <a:rPr lang="en-AU" sz="2000">
                <a:solidFill>
                  <a:schemeClr val="bg1"/>
                </a:solidFill>
              </a:rPr>
              <a:t>Cross platform – Deploying the same shared code that’s translated into the appropriate library for each OS.</a:t>
            </a:r>
          </a:p>
          <a:p>
            <a:r>
              <a:rPr lang="en-AU" sz="2000">
                <a:solidFill>
                  <a:schemeClr val="bg1"/>
                </a:solidFill>
              </a:rPr>
              <a:t>Benefits:</a:t>
            </a:r>
          </a:p>
          <a:p>
            <a:pPr lvl="1"/>
            <a:r>
              <a:rPr lang="en-AU" sz="2000">
                <a:solidFill>
                  <a:schemeClr val="bg1"/>
                </a:solidFill>
              </a:rPr>
              <a:t>Quicker development to deployment time.</a:t>
            </a:r>
          </a:p>
          <a:p>
            <a:pPr lvl="1"/>
            <a:r>
              <a:rPr lang="en-AU" sz="2000">
                <a:solidFill>
                  <a:schemeClr val="bg1"/>
                </a:solidFill>
              </a:rPr>
              <a:t>Common language between versions.</a:t>
            </a:r>
          </a:p>
          <a:p>
            <a:pPr lvl="1"/>
            <a:r>
              <a:rPr lang="en-AU" sz="2000">
                <a:solidFill>
                  <a:schemeClr val="bg1"/>
                </a:solidFill>
              </a:rPr>
              <a:t>Updates can be made quicker.</a:t>
            </a:r>
          </a:p>
          <a:p>
            <a:r>
              <a:rPr lang="en-AU" sz="2000">
                <a:solidFill>
                  <a:schemeClr val="bg1"/>
                </a:solidFill>
              </a:rPr>
              <a:t>Drawbacks:</a:t>
            </a:r>
          </a:p>
          <a:p>
            <a:pPr lvl="1"/>
            <a:r>
              <a:rPr lang="en-AU" sz="2000">
                <a:solidFill>
                  <a:schemeClr val="bg1"/>
                </a:solidFill>
              </a:rPr>
              <a:t>Reliance on framework being updated/up-to-date.</a:t>
            </a:r>
          </a:p>
          <a:p>
            <a:pPr lvl="1"/>
            <a:r>
              <a:rPr lang="en-AU" sz="2000">
                <a:solidFill>
                  <a:schemeClr val="bg1"/>
                </a:solidFill>
              </a:rPr>
              <a:t>Extra layer of obfuscation </a:t>
            </a:r>
          </a:p>
          <a:p>
            <a:r>
              <a:rPr lang="en-AU" sz="2000">
                <a:solidFill>
                  <a:schemeClr val="bg1"/>
                </a:solidFill>
              </a:rPr>
              <a:t>What options are there for cross platform development?</a:t>
            </a:r>
          </a:p>
        </p:txBody>
      </p:sp>
    </p:spTree>
    <p:extLst>
      <p:ext uri="{BB962C8B-B14F-4D97-AF65-F5344CB8AC3E}">
        <p14:creationId xmlns:p14="http://schemas.microsoft.com/office/powerpoint/2010/main" val="937515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BFB2E9F-CDEC-4AB9-8248-478602ED2342}"/>
              </a:ext>
            </a:extLst>
          </p:cNvPr>
          <p:cNvSpPr txBox="1">
            <a:spLocks/>
          </p:cNvSpPr>
          <p:nvPr/>
        </p:nvSpPr>
        <p:spPr>
          <a:xfrm>
            <a:off x="9093496" y="618681"/>
            <a:ext cx="2613872" cy="47945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>
                <a:solidFill>
                  <a:srgbClr val="FFFFFF"/>
                </a:solidFill>
              </a:rPr>
              <a:t>MAUI</a:t>
            </a:r>
          </a:p>
          <a:p>
            <a:pPr algn="ctr"/>
            <a:r>
              <a:rPr lang="en-US" sz="3600" dirty="0">
                <a:solidFill>
                  <a:srgbClr val="FFFFFF"/>
                </a:solidFill>
              </a:rPr>
              <a:t>Model</a:t>
            </a:r>
          </a:p>
        </p:txBody>
      </p:sp>
      <p:pic>
        <p:nvPicPr>
          <p:cNvPr id="1026" name="Picture 2" descr=".NET MAUI supported platforms.">
            <a:extLst>
              <a:ext uri="{FF2B5EF4-FFF2-40B4-BE49-F238E27FC236}">
                <a16:creationId xmlns:a16="http://schemas.microsoft.com/office/drawing/2014/main" id="{42FC0834-3407-47E4-9CD4-356CB7866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0839" y="935350"/>
            <a:ext cx="5605879" cy="4987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395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FB652FE9C0E4A4BA617103343675622" ma:contentTypeVersion="12" ma:contentTypeDescription="Create a new document." ma:contentTypeScope="" ma:versionID="617d7ff7cf300e3bbf8bbc053abb89c0">
  <xsd:schema xmlns:xsd="http://www.w3.org/2001/XMLSchema" xmlns:xs="http://www.w3.org/2001/XMLSchema" xmlns:p="http://schemas.microsoft.com/office/2006/metadata/properties" xmlns:ns3="ca795412-bebd-4315-bf48-ef2a3932babb" xmlns:ns4="15dc33cf-23e6-4c02-8146-51e815ffffa8" targetNamespace="http://schemas.microsoft.com/office/2006/metadata/properties" ma:root="true" ma:fieldsID="1109a6f8e861dad66c4c282957d8af80" ns3:_="" ns4:_="">
    <xsd:import namespace="ca795412-bebd-4315-bf48-ef2a3932babb"/>
    <xsd:import namespace="15dc33cf-23e6-4c02-8146-51e815ffffa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795412-bebd-4315-bf48-ef2a3932bab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dc33cf-23e6-4c02-8146-51e815ffffa8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8D89118-D843-465E-884D-5AEC63DA551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7AF3CFF-F2B2-4DE6-8740-3BA2F874419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3DA539A-5D94-4948-9461-42A6F30467A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a795412-bebd-4315-bf48-ef2a3932babb"/>
    <ds:schemaRef ds:uri="15dc33cf-23e6-4c02-8146-51e815ffff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221</Words>
  <Application>Microsoft Office PowerPoint</Application>
  <PresentationFormat>Widescreen</PresentationFormat>
  <Paragraphs>33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Mobile Applications</vt:lpstr>
      <vt:lpstr>Hardware</vt:lpstr>
      <vt:lpstr>Software</vt:lpstr>
      <vt:lpstr>Mobile Development</vt:lpstr>
      <vt:lpstr>What is Cross Platform Development?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Applications</dc:title>
  <dc:creator>aaron clifford</dc:creator>
  <cp:lastModifiedBy>Aaron Clifford</cp:lastModifiedBy>
  <cp:revision>2</cp:revision>
  <dcterms:created xsi:type="dcterms:W3CDTF">2020-07-27T11:47:50Z</dcterms:created>
  <dcterms:modified xsi:type="dcterms:W3CDTF">2023-07-25T00:42:50Z</dcterms:modified>
</cp:coreProperties>
</file>